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الأكاديمية الإلكترونية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منصة تعليمية متكاملة للتعلم عبر الإنترنت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نظرة عامة على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منصة تعليمية شاملة تربط الطلاب بالمعلمين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نظام إدارة دورات تدريبية متكامل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محفظة إلكترونية لإدارة المدفوعات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نظام اختبارات وتقييم تفاعلي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متابعة التقدم الدراسي بشكل مفصل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منصة نقاش وتعليقات للدروس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التقنيات المستخدمة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Frontend: Next.js 14 مع TypeScript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State Management: Zustand للحالة العامة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Styling: CSS مع دعم RTL للعربية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Authentication: JWT Tokens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API Integration: Server Actions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Payment: بوابة دفع متكاملة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أنواع المستخدمين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👨‍🎓 الطلاب: التسجيل في الدورات ومتابعة الدروس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👨‍🏫 المعلمين: إنشاء وإدارة الدورات التدريبية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👨‍💼 المسؤولين: إدارة المستخدمين والمحتوى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🔐 المسؤول الأعلى: صلاحيات كاملة للنظام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كل مستخدم له لوحة تحكم خاصة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نظام صلاحيات محكم لحماية البيانات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ميزات الطلاب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📚 تصفح الدورات والبحث عن المواد التعليمية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🛒 إضافة الدورات إلى سلة المشتريات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💳 شراء الدورات باستخدام المحفظة الإلكترونية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📹 مشاهدة مقاطع الفيديو التعليمية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📝 حل الاختبارات والحصول على النتائج فوراً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💬 التفاعل مع المعلمين عبر التعليقات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متابعة التقدم الدراسي في كل دورة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⭐ إضافة الدورات المفضلة إلى قائمة الأمنيات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ميزات المعلمين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➕ إنشاء دورات تدريبية جديدة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📖 إضافة دروس بمقاطع فيديو ومحتوى نصي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❓ إنشاء أسئلة اختبارية (اختيار متعدد - صح/خطأ)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👥 عرض قائمة الطلاب المسجلين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📈 متابعة إحصائيات الدورات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💬 الرد على تعليقات واستفسارات الطلاب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✏️ تحديث وتعديل محتوى الدورات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🗑️ حذف الدروس والأسئلة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ميزات الإدارة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👥 إدارة المستخدمين (طلاب ومعلمين)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عرض إحصائيات النظام الشاملة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🎨 إدارة محتوى الصفحة الرئيسية (Sliders)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⭐ إدارة الميزات المعروضة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💼 إدارة إعلانات الوظائف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📞 تحديث معلومات التواصل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📂 إدارة التصنيفات والمسارات التعليمية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⚙️ إعدادات النظام العامة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نظام المحفظة الإلكترونية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💰 محفظة خاصة لكل طالب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➕ إضافة رصيد عبر بوابة الدفع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🔄 محاكاة الدفع في بيئة التطوير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📉 خصم تلقائي عند شراء الدورات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📜 سجل كامل لكل المعاملات المالية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🔐 حماية بيانات الحساب البنكي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💳ت تتبع الإيداعات والمشتريات والسحوبات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عرض الرصيد الحالي بشكل واضح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هيكلة الدورات التدريبية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معلومات الدورة:</a:t>
            </a:r>
          </a:p>
          <a:p>
            <a:pPr>
              <a:spcBef>
                <a:spcPts val="800"/>
              </a:spcBef>
              <a:defRPr sz="1600"/>
            </a:pPr>
            <a:r>
              <a:t>• العنوان والوصف</a:t>
            </a:r>
          </a:p>
          <a:p>
            <a:pPr>
              <a:spcBef>
                <a:spcPts val="800"/>
              </a:spcBef>
              <a:defRPr sz="1600"/>
            </a:pPr>
            <a:r>
              <a:t>• صورة الدورة</a:t>
            </a:r>
          </a:p>
          <a:p>
            <a:pPr>
              <a:spcBef>
                <a:spcPts val="800"/>
              </a:spcBef>
              <a:defRPr sz="1600"/>
            </a:pPr>
            <a:r>
              <a:t>• السعر والمدة الزمنية</a:t>
            </a:r>
          </a:p>
          <a:p>
            <a:pPr>
              <a:spcBef>
                <a:spcPts val="800"/>
              </a:spcBef>
              <a:defRPr sz="1600"/>
            </a:pPr>
            <a:r>
              <a:t>• عدد الطلاب والتقييم</a:t>
            </a:r>
          </a:p>
          <a:p>
            <a:pPr>
              <a:spcBef>
                <a:spcPts val="800"/>
              </a:spcBef>
              <a:defRPr sz="1600"/>
            </a:pPr>
            <a:r>
              <a:t>• المعلم المسؤول</a:t>
            </a:r>
          </a:p>
          <a:p>
            <a:pPr>
              <a:spcBef>
                <a:spcPts val="800"/>
              </a:spcBef>
              <a:defRPr sz="1600"/>
            </a:pPr>
            <a:r>
              <a:t>• التصنيف والمسار التعليمي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محتوى الدورة:</a:t>
            </a:r>
          </a:p>
          <a:p>
            <a:pPr>
              <a:spcBef>
                <a:spcPts val="800"/>
              </a:spcBef>
              <a:defRPr sz="1600"/>
            </a:pPr>
            <a:r>
              <a:t>• دروس مرتبة حسب التسلسل</a:t>
            </a:r>
          </a:p>
          <a:p>
            <a:pPr>
              <a:spcBef>
                <a:spcPts val="800"/>
              </a:spcBef>
              <a:defRPr sz="1600"/>
            </a:pPr>
            <a:r>
              <a:t>• مقاطع فيديو تعليمية</a:t>
            </a:r>
          </a:p>
          <a:p>
            <a:pPr>
              <a:spcBef>
                <a:spcPts val="800"/>
              </a:spcBef>
              <a:defRPr sz="1600"/>
            </a:pPr>
            <a:r>
              <a:t>• محتوى نصي تكميلي</a:t>
            </a:r>
          </a:p>
          <a:p>
            <a:pPr>
              <a:spcBef>
                <a:spcPts val="800"/>
              </a:spcBef>
              <a:defRPr sz="1600"/>
            </a:pPr>
            <a:r>
              <a:t>• أسئلة اختبارية لكل درس</a:t>
            </a:r>
          </a:p>
          <a:p>
            <a:pPr>
              <a:spcBef>
                <a:spcPts val="800"/>
              </a:spcBef>
              <a:defRPr sz="1600"/>
            </a:pPr>
            <a:r>
              <a:t>• قسم التعليقات والنقاش</a:t>
            </a:r>
          </a:p>
          <a:p>
            <a:pPr>
              <a:spcBef>
                <a:spcPts val="800"/>
              </a:spcBef>
              <a:defRPr sz="1600"/>
            </a:pPr>
            <a:r>
              <a:t>• تتبع نسبة الإنجاز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نظام الاختبارات والتقييم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❓ نوعان من الأسئلة: اختيار متعدد وصح/خطأ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📝 ربط الأسئلة بالدروس المحددة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✅ تصحيح تلقائي للإجابات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حساب النتيجة النهائية فوراً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🎯 تحديد حالة النجاح/الرسوب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📈 تخزين إجابات الطلاب للمراجعة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🔄 إمكانية إعادة الاختبار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📉 تحليل أداء الطلاب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نظام متابعة التقدم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متابعة تقدم الطالب على مستوى الدورة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✓ تتبع الدروس المكتملة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⏱️ حساب وقت المشاهدة لكل درس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📈 نسبة الإنجاز المئوية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🎓 تحديد حالة إكمال الدورة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📅 تسجيل تاريخ الانتهاء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🏆 إمكانية إصدار شهادات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📉 تقارير مفصلة للتقدم الدراسي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نظام النقاش والتعليقات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💬 نظام تعليقات متعدد المستويات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👥 تمييز تعليقات المعلمين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🔗 إمكانية الرد على التعليقات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👤 عرض صورة وبيانات المعلق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⏰ توقيت التعليقات بدقة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🔔 إشعارات للمعلمين بالتعليقات الجديدة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✏️ تحديث وحذف التعليقات الخاصة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📱 واجهة سهلة للتفاعل والنقاش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سلة المشتريات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🛒 إضافة دورات متعددة للسلة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❌ إزالة دورات من السلة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💰 حساب تلقائي للمبلغ الإجمالي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💾 حفظ السلة في المتصفح (localStorage)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🔄 مزامنة السلة بين الجلسات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✅ فحص عدم تكرار الدورات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🧹 إفراغ السلة بعد الشراء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عرض عدد العناصر في السلة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نظام إدارة المحتوى (CMS)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🎨 Sliders: عروض تقديمية للصفحة الرئيسية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⭐ Features: عرض مميزات المنصة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💼 Careers: إدارة إعلانات الوظائف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📞 Contact Settings: معلومات التواصل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📂 Categories: تصنيفات الدورات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🛤️ Paths: المسارات التعليمية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🖼️ رفع الصور والوسائط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📝 محرر نصوص غني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المصادقة والأمان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🔐 نظام تسجيل الدخول بـ JWT Tokens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📝 التسجيل مع التحقق من البريد الإلكتروني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🔒 تشفير كلمات المرور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👤 ملفات مستخدمين شخصية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🔑 إدارة الجلسات بأمان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🚪 تسجيل الخروج الآمن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🛡️ حماية المسارات حسب الصلاحيات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✅ التحقق من الهوية في كل طلب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قاعدة البيانات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👥 users - جدول المستخدمين الرئيسي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💰 wallets &amp; transactions - النظام المالي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📚 courses &amp; lessons - المحتوى التعليمي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❓ questions &amp; student_answers - الاختبارات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📝 enrollments - التسجيل في الدورات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❤️ wishlists - قوائم الأمنيات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💬 comments - نظام التعليقات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lesson_progress - متابعة التقدم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الدعم متعدد اللغات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🌐 دعم كامل للغة العربية والإنجليزية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↔️ تبديل اللغة ديناميكياً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⬅️ دعم RTL للغة العربية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📝 ملفات ترجمة منظمة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🔄 مزامنة المحتوى بين اللغات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🎨 تكييف واجهة المستخدم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📱 دعم جميع المكونات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✅ ترجمة الرسائل والإشعارات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معمارية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⚡ Server Actions في Next.js 14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🔗 RESTful API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📡 طلبات غير متزامنة (Async/Await)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🔄 معالجة الأخطاء المتقدمة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✅ TypeScript للتحقق من الأنواع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🎯 استجابات موحدة (ActionResponse)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🔐 إرفاق Token تلقائياً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معالجة البيانات المنظمة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التصميم المتجاوب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📱 دعم كامل للأجهزة المحمولة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💻 واجهة سطح المكتب محسّنة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📐 تخطيطات مرنة ومتكيفة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🎨 تصميم عصري وجذاب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⚡ أداء سريع على جميع الأجهزة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🖱️ تفاعل سلس ومريح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🎯 تجربة مستخدم موحدة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✅ اختبار على أحجام شاشات مختلفة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التطويرات المستقبلية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📱 تطبيقات الهواتف الذكية (iOS &amp; Android)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🎥 بث مباشر للدروس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🤝 غرف دراسة جماعية افتراضية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🎓 نظام شهادات رقمية معتمدة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لوحات تحكم تحليلية متقدمة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🔔 نظام إشعارات شامل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💬 دردشة مباشرة بين الطلاب والمعلمين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🌟 تقييمات ومراجعات الدورات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الفوائد الرئيسية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للطلاب:</a:t>
            </a:r>
          </a:p>
          <a:p>
            <a:pPr>
              <a:spcBef>
                <a:spcPts val="800"/>
              </a:spcBef>
              <a:defRPr sz="1600"/>
            </a:pPr>
            <a:r>
              <a:t>• التعلم في أي وقت ومكان</a:t>
            </a:r>
          </a:p>
          <a:p>
            <a:pPr>
              <a:spcBef>
                <a:spcPts val="800"/>
              </a:spcBef>
              <a:defRPr sz="1600"/>
            </a:pPr>
            <a:r>
              <a:t>• متابعة التقدم الدراسي</a:t>
            </a:r>
          </a:p>
          <a:p>
            <a:pPr>
              <a:spcBef>
                <a:spcPts val="800"/>
              </a:spcBef>
              <a:defRPr sz="1600"/>
            </a:pPr>
            <a:r>
              <a:t>• اختبارات فورية وتغذية راجعة</a:t>
            </a:r>
          </a:p>
          <a:p>
            <a:pPr>
              <a:spcBef>
                <a:spcPts val="800"/>
              </a:spcBef>
              <a:defRPr sz="1600"/>
            </a:pPr>
            <a:r>
              <a:t>• أسعار مناسبة مع نظام الدفع الآمن</a:t>
            </a:r>
          </a:p>
          <a:p>
            <a:pPr>
              <a:spcBef>
                <a:spcPts val="800"/>
              </a:spcBef>
              <a:defRPr sz="1600"/>
            </a:pPr>
            <a:r>
              <a:t>• تفاعل مباشر مع المعلمين</a:t>
            </a:r>
          </a:p>
          <a:p>
            <a:pPr>
              <a:spcBef>
                <a:spcPts val="800"/>
              </a:spcBef>
              <a:defRPr sz="1600"/>
            </a:pPr>
            <a:r>
              <a:t>• شهادات إتمام الدورات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للمعلمين:</a:t>
            </a:r>
          </a:p>
          <a:p>
            <a:pPr>
              <a:spcBef>
                <a:spcPts val="800"/>
              </a:spcBef>
              <a:defRPr sz="1600"/>
            </a:pPr>
            <a:r>
              <a:t>• منصة سهلة لنشر المحتوى</a:t>
            </a:r>
          </a:p>
          <a:p>
            <a:pPr>
              <a:spcBef>
                <a:spcPts val="800"/>
              </a:spcBef>
              <a:defRPr sz="1600"/>
            </a:pPr>
            <a:r>
              <a:t>• إدارة فعالة للطلاب</a:t>
            </a:r>
          </a:p>
          <a:p>
            <a:pPr>
              <a:spcBef>
                <a:spcPts val="800"/>
              </a:spcBef>
              <a:defRPr sz="1600"/>
            </a:pPr>
            <a:r>
              <a:t>• تتبع أداء المتعلمين</a:t>
            </a:r>
          </a:p>
          <a:p>
            <a:pPr>
              <a:spcBef>
                <a:spcPts val="800"/>
              </a:spcBef>
              <a:defRPr sz="1600"/>
            </a:pPr>
            <a:r>
              <a:t>• دخل إضافي من الدورات</a:t>
            </a:r>
          </a:p>
          <a:p>
            <a:pPr>
              <a:spcBef>
                <a:spcPts val="800"/>
              </a:spcBef>
              <a:defRPr sz="1600"/>
            </a:pPr>
            <a:r>
              <a:t>• أدوات تقييم متقدمة</a:t>
            </a:r>
          </a:p>
          <a:p>
            <a:pPr>
              <a:spcBef>
                <a:spcPts val="800"/>
              </a:spcBef>
              <a:defRPr sz="1600"/>
            </a:pPr>
            <a:r>
              <a:t>• واجهة إدارة احترافية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إحصائيات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📊 أكثر من 20 نموذج بيانات (Models)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🎯 6 أدوار مستخدمين مختلفة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⚡ 50+ Server Actions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🎨 40+ مكون React قابل لإعادة الاستخدام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🔗 علاقات قاعدة بيانات معقدة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✅ TypeScript للأمان والجودة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🌐 دعم كامل للعربية والإنجليزية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📱 تصميم متجاوب 100%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النقاط التقنية البارزة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⚡ Next.js 14 مع App Router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🎯 TypeScript لسلامة الأكواد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🔄 Zustand لإدارة الحالة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💾 LocalStorage للتخزين المحلي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🎨 CSS المخصص مع RTL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🔐 JWT Authentication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📡 RESTful API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🛠️ Server Actions Pattern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شكراً لكم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الأكاديمية الإلكترونية - منصة المستقبل للتعليم عبر الإنترنت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