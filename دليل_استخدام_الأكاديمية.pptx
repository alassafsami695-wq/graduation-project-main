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دليل مستخدم الأكاديمية الإلكترونية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4AF37"/>
                </a:solidFill>
              </a:defRPr>
            </a:pPr>
            <a:r>
              <a:t>تعلم كيف تستخدم منصتنا بكل سهولة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ما هي الأكاديمية الإلكترونية؟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/>
            </a:pPr>
            <a:r>
              <a:t>منصة تعليمية متطورة تهدف إلى تسهيل عملية التعلم والتعليم بين الطلاب والمعلمين.</a:t>
            </a:r>
          </a:p>
          <a:p>
            <a:pPr algn="r">
              <a:spcBef>
                <a:spcPts val="2000"/>
              </a:spcBef>
              <a:defRPr sz="2400"/>
            </a:pPr>
            <a:r>
              <a:t>سواء كنت طالباً يرغب في تطوير مهاراته، أو معلماً يريد مشاركة خبراته، فإن الأكاديمية هي المكان الأنسب لك.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كيف أبدأ؟ - الخطوات الأولى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قم بالدخول إلى رابط المنصة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اضغط على زر 'إنشاء حساب جديد'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749039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املأ بياناتك (الاسم، البريد، الهاتف)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93776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اختر نوع حسابك: طالب أو معلم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رحلة الطالب: كيف أجد دورتي؟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تصفح قائمة الدورات في الصفحة الرئيسية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استخدم شريط البحث للبحث عن موضوع محدد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749039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اضغط على صورة الدورة لقراءة التفاصيل والمحتوى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93776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أضف الدورة إلى 'قائمة الأمنيات' للرجوع إليها لاحقاً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كيف أشتري دورة تعليمية؟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اضغط على زر 'إضافة إلى السلة'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اذهب إلى سلة المشتريات من الأعلى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749039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تأكد من وجود رصيد كافٍ في محفظتك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93776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اضغط على 'إتمام الشراء' وستفتح لك الدورة فوراً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إدارة المحفظة والرصيد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اذهب إلى 'الملف الشخصي' ثم 'المحفظة'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اضغط على 'إضافة رصيد'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749039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أدخل المبلغ المطلوب وطريقة الدفع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93776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راقب سجل معاملاتك المالية بكل شفافية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بدء الدراسة والتفاعل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اذهب إلى 'دوراتي' وابدأ مشاهدة الدروس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شاهد فيديوهات الدرس واقرأ الملحقات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749039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قم بحل الاختبارات لمعرفة مستواك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93776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اترك سؤالاً للمعلم في قسم التعليقات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دليل المعلم: إضافة محتوى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من لوحة تحكم المعلم، اختر 'إنشاء دورة'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أضف عنوان الدورة، الوصف، والسعر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749039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قم برفع الدروس وإضافة روابط الفيديو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937760"/>
            <a:ext cx="548640" cy="548640"/>
          </a:xfrm>
          <a:prstGeom prst="ellipse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66751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2200">
                <a:solidFill>
                  <a:srgbClr val="212529"/>
                </a:solidFill>
              </a:defRPr>
            </a:pPr>
            <a:r>
              <a:t>أضف أسئلة الاختبار للتأكد من فهم الطلاب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هل واجهت مشكلة؟ نحن هنا للمساعدة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/>
            </a:pPr>
            <a:r>
              <a:t>فريق الدعم الفني متواجد دائماً لمساعدتك.</a:t>
            </a:r>
          </a:p>
          <a:p>
            <a:pPr algn="r">
              <a:spcBef>
                <a:spcPts val="1500"/>
              </a:spcBef>
              <a:defRPr sz="2200"/>
            </a:pPr>
            <a:r>
              <a:t>تواصل معنا عبر واتساب: [رقم الواتساب]</a:t>
            </a:r>
          </a:p>
          <a:p>
            <a:pPr algn="r">
              <a:defRPr sz="2200"/>
            </a:pPr>
            <a:r>
              <a:t>أو عبر البريد الإلكتروني: support@academy.com</a:t>
            </a:r>
          </a:p>
          <a:p>
            <a:pPr algn="r">
              <a:spcBef>
                <a:spcPts val="1500"/>
              </a:spcBef>
              <a:defRPr sz="2200"/>
            </a:pPr>
            <a:r>
              <a:t>تفضل بزيارة صفحة 'اتصل بنا' لمشاهدة الموقع على الخريطة.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رحلة تعليمية ممتعة!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4AF37"/>
                </a:solidFill>
              </a:defRPr>
            </a:pPr>
            <a:r>
              <a:t>الأكاديمية الإلكترونية - نطور المهارات، نبني المستقبل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